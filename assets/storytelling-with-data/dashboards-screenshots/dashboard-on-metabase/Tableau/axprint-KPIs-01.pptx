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1" r:id="rId2"/>
    <p:sldId id="260" r:id="rId3"/>
    <p:sldId id="258" r:id="rId4"/>
    <p:sldId id="256" r:id="rId5"/>
    <p:sldId id="257" r:id="rId6"/>
    <p:sldId id="259" r:id="rId7"/>
    <p:sldId id="262" r:id="rId8"/>
  </p:sldIdLst>
  <p:sldSz cx="9144000" cy="6858000" type="screen4x3"/>
  <p:notesSz cx="6858000" cy="9144000"/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4911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6515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6534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2933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8421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9813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0604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8335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7198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2794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7311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46F09-4C1A-4E4F-B003-C688470C6A47}" type="datetimeFigureOut">
              <a:rPr lang="fa-IR" smtClean="0"/>
              <a:t>29/04/1439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0B66A-5919-4B3A-9F29-20658C4C8211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5611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7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4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5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0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Behrouz</dc:creator>
  <cp:lastModifiedBy>Behrouz</cp:lastModifiedBy>
  <cp:revision>1</cp:revision>
  <dcterms:created xsi:type="dcterms:W3CDTF">2018-01-16T09:16:08Z</dcterms:created>
  <dcterms:modified xsi:type="dcterms:W3CDTF">2018-01-16T09:17:34Z</dcterms:modified>
</cp:coreProperties>
</file>